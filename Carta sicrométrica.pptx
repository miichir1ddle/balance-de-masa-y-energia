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4785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6884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9505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63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0229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926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316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9430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0794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559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2003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B6840-4BDA-4640-AD0A-D56A9DF2FAF7}" type="datetimeFigureOut">
              <a:rPr lang="es-ES" smtClean="0"/>
              <a:t>06/09/2023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9FCF3-28E7-4E52-BAC6-EC88289B7B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1948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589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Carta </a:t>
            </a:r>
            <a:r>
              <a:rPr lang="es-E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sicrométrica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y principales  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procesos aire-agua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13164" y="5320002"/>
            <a:ext cx="9144000" cy="1655762"/>
          </a:xfrm>
        </p:spPr>
        <p:txBody>
          <a:bodyPr/>
          <a:lstStyle/>
          <a:p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Profesor: Mendel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094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Carta </a:t>
            </a:r>
            <a:r>
              <a:rPr lang="es-E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sicrométrica</a:t>
            </a:r>
            <a:r>
              <a:rPr lang="es-ES" dirty="0" smtClean="0">
                <a:latin typeface="Arial" panose="020B0604020202020204" pitchFamily="34" charset="0"/>
                <a:cs typeface="Arial" panose="020B0604020202020204" pitchFamily="34" charset="0"/>
              </a:rPr>
              <a:t>: partes fundamentales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33" y="2120178"/>
            <a:ext cx="4162425" cy="3476625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6096000" y="1690688"/>
            <a:ext cx="53547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Leyenda (por colores):</a:t>
            </a:r>
          </a:p>
          <a:p>
            <a:pPr algn="just">
              <a:lnSpc>
                <a:spcPct val="150000"/>
              </a:lnSpc>
            </a:pPr>
            <a:r>
              <a:rPr lang="es-ES" sz="24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Saturación</a:t>
            </a:r>
          </a:p>
          <a:p>
            <a:pPr algn="just">
              <a:lnSpc>
                <a:spcPct val="150000"/>
              </a:lnSpc>
            </a:pPr>
            <a:r>
              <a:rPr lang="es-ES" sz="24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Temperatura de bulbo seco</a:t>
            </a:r>
          </a:p>
          <a:p>
            <a:pPr algn="just">
              <a:lnSpc>
                <a:spcPct val="150000"/>
              </a:lnSpc>
            </a:pPr>
            <a:r>
              <a:rPr lang="es-ES" sz="2400" dirty="0">
                <a:solidFill>
                  <a:srgbClr val="FF66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ES" sz="2400" dirty="0" smtClean="0">
                <a:solidFill>
                  <a:srgbClr val="FF66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ínea de Y (fracción másica de agua en base seca)</a:t>
            </a:r>
          </a:p>
          <a:p>
            <a:pPr algn="just">
              <a:lnSpc>
                <a:spcPct val="150000"/>
              </a:lnSpc>
            </a:pPr>
            <a:r>
              <a:rPr lang="es-ES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sz="24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emperatura de bulbo húmedo</a:t>
            </a:r>
          </a:p>
          <a:p>
            <a:pPr algn="just">
              <a:lnSpc>
                <a:spcPct val="150000"/>
              </a:lnSpc>
            </a:pPr>
            <a:r>
              <a:rPr lang="es-ES" sz="24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Volumen específico (m</a:t>
            </a:r>
            <a:r>
              <a:rPr lang="es-ES" sz="2400" baseline="300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sz="24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ES" sz="2400" dirty="0" err="1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kgAS</a:t>
            </a:r>
            <a:r>
              <a:rPr lang="es-ES" sz="24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s-ES" sz="24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Humedad relativa</a:t>
            </a:r>
            <a:endParaRPr lang="es-ES" sz="2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80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Procesos: calentamiento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012873" y="1965180"/>
            <a:ext cx="47521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En el calentamiento Y es constante, pero aumenta la temperatura, </a:t>
            </a: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T1&lt;T2.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491" y="3733366"/>
            <a:ext cx="3505200" cy="185737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828" y="1742641"/>
            <a:ext cx="450532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35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Procesos: enfriamiento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012873" y="1965180"/>
            <a:ext cx="47521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En el enfriamiento Y es constante, pero disminuye la temperatura, </a:t>
            </a: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T1&gt;T2.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491" y="3733366"/>
            <a:ext cx="3505200" cy="185737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465" y="1718828"/>
            <a:ext cx="466725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47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Condensación adiabática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012873" y="1965180"/>
            <a:ext cx="47521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En la condensación adiabática, la fracción de agua en base seca disminuye, Y1&gt;Y2 y la temperatura también T1&gt;T2. Este proceso ocurre en la línea de saturación. Es un proceso con pérdida de agua.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247" y="5101994"/>
            <a:ext cx="3905250" cy="149542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423" y="1965180"/>
            <a:ext cx="385762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0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Satur</a:t>
            </a:r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ación adiabática (Parcial)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012873" y="1965180"/>
            <a:ext cx="475210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En un </a:t>
            </a:r>
            <a:r>
              <a:rPr lang="es-E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saturador</a:t>
            </a: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el aire gana en contenido de agua, por ello Y1&lt;Y2 y al saturarse debido a la absorción de calor del agua que se evapora, disminuye la temperatura de aire (T1&gt;T2), en el proceso la variable constante es la temperatura de bulbo húmedo, línea a través de la cual sube, si al subir no toca 100 % de saturación el </a:t>
            </a:r>
            <a:r>
              <a:rPr lang="es-E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saturador</a:t>
            </a: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es parcial. 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246" y="5417126"/>
            <a:ext cx="3905250" cy="149542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46" y="1690688"/>
            <a:ext cx="466725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518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Satur</a:t>
            </a:r>
            <a:r>
              <a:rPr lang="es-ES" b="1" dirty="0" smtClean="0">
                <a:latin typeface="Arial" panose="020B0604020202020204" pitchFamily="34" charset="0"/>
                <a:cs typeface="Arial" panose="020B0604020202020204" pitchFamily="34" charset="0"/>
              </a:rPr>
              <a:t>ación adiabática (Total)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6096000" y="1494125"/>
            <a:ext cx="475210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En un </a:t>
            </a:r>
            <a:r>
              <a:rPr lang="es-E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saturador</a:t>
            </a: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el aire gana en contenido de agua, por ello Y1&lt;Y2 y al saturarse debido a la absorción de calor del agua que se evapora, disminuye la temperatura de aire (T1&gt;T2), en el proceso la variable constante es la temperatura de bulbo húmedo, línea a través de la cual sube, si al subir toca 100 % de saturación el </a:t>
            </a:r>
            <a:r>
              <a:rPr lang="es-E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saturador</a:t>
            </a: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es total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y en ese punto T2 se iguala a </a:t>
            </a:r>
            <a:r>
              <a:rPr lang="es-E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</a:t>
            </a: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s-E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Tsa</a:t>
            </a: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s-E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Tbh</a:t>
            </a:r>
            <a:r>
              <a:rPr lang="es-E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246" y="5417126"/>
            <a:ext cx="3905250" cy="149542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1788535"/>
            <a:ext cx="466725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881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283</Words>
  <Application>Microsoft Office PowerPoint</Application>
  <PresentationFormat>Panorámica</PresentationFormat>
  <Paragraphs>20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Carta sicrométrica y principales  procesos aire-agua</vt:lpstr>
      <vt:lpstr>Carta sicrométrica: partes fundamentales</vt:lpstr>
      <vt:lpstr>Procesos: calentamiento</vt:lpstr>
      <vt:lpstr>Procesos: enfriamiento</vt:lpstr>
      <vt:lpstr>Condensación adiabática</vt:lpstr>
      <vt:lpstr>Saturación adiabática (Parcial)</vt:lpstr>
      <vt:lpstr>Saturación adiabática (Total)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Carta sicrométrica y procesos aire-agua</dc:title>
  <dc:creator>claudia cortes</dc:creator>
  <cp:lastModifiedBy>claudia cortes</cp:lastModifiedBy>
  <cp:revision>7</cp:revision>
  <dcterms:created xsi:type="dcterms:W3CDTF">2023-09-06T01:29:09Z</dcterms:created>
  <dcterms:modified xsi:type="dcterms:W3CDTF">2023-09-06T15:57:33Z</dcterms:modified>
</cp:coreProperties>
</file>